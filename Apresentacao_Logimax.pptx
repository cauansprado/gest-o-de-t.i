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-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91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755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19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661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94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5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7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223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90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15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905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 smtClean="0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528428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1464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130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 smtClean="0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055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140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769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 smtClean="0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588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Trabalho Final – Gestão de 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Empresa</a:t>
            </a:r>
            <a:r>
              <a:rPr dirty="0"/>
              <a:t>: </a:t>
            </a:r>
            <a:r>
              <a:rPr dirty="0" err="1"/>
              <a:t>Logimax</a:t>
            </a:r>
            <a:endParaRPr dirty="0"/>
          </a:p>
          <a:p>
            <a:r>
              <a:rPr dirty="0" err="1"/>
              <a:t>Setor</a:t>
            </a:r>
            <a:r>
              <a:rPr dirty="0"/>
              <a:t>: </a:t>
            </a:r>
            <a:r>
              <a:rPr dirty="0" err="1"/>
              <a:t>Logística</a:t>
            </a:r>
            <a:r>
              <a:rPr dirty="0"/>
              <a:t> | Porte: </a:t>
            </a:r>
            <a:r>
              <a:rPr dirty="0" err="1"/>
              <a:t>Pequeno</a:t>
            </a:r>
            <a:endParaRPr dirty="0"/>
          </a:p>
          <a:p>
            <a:r>
              <a:rPr dirty="0"/>
              <a:t>Cauan Prado – Nov/2025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Sobre a Empresa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Pequena empresa de logística urbana</a:t>
            </a:r>
          </a:p>
          <a:p>
            <a:r>
              <a:t>• Fundada em 2019 para atender e-commerces</a:t>
            </a:r>
          </a:p>
          <a:p>
            <a:r>
              <a:t>• Foco em entregas rápidas e acessíveis</a:t>
            </a:r>
          </a:p>
          <a:p>
            <a:r>
              <a:t>• Público: micro e pequenos empreendedores digitais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Situação Atual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Processos manuais → retrabalhos e atrasos</a:t>
            </a:r>
          </a:p>
          <a:p>
            <a:r>
              <a:t>• Falta de ERP e integração</a:t>
            </a:r>
          </a:p>
          <a:p>
            <a:r>
              <a:t>• Rastreamento falho</a:t>
            </a:r>
          </a:p>
          <a:p>
            <a:r>
              <a:t>• Baixo uso de dados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Plano de Mudanças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Digitalização total</a:t>
            </a:r>
          </a:p>
          <a:p>
            <a:r>
              <a:t>• Implantação de ERP + CRM + SCM</a:t>
            </a:r>
          </a:p>
          <a:p>
            <a:r>
              <a:t>• Capacitação digital</a:t>
            </a:r>
          </a:p>
          <a:p>
            <a:r>
              <a:t>• KPIs e metodologias ágeis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Resultados Esperados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Redução de 25% nos custos</a:t>
            </a:r>
          </a:p>
          <a:p>
            <a:r>
              <a:t>• Aumento de 30% da produtividade</a:t>
            </a:r>
          </a:p>
          <a:p>
            <a:r>
              <a:t>• Dados em tempo real</a:t>
            </a:r>
          </a:p>
          <a:p>
            <a:r>
              <a:t>• Melhor experiência do cliente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da Organização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Ser referência nacional em logística urbana para pequenos negócios até 2030.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Sistêmica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Setores interdependentes</a:t>
            </a:r>
          </a:p>
          <a:p>
            <a:r>
              <a:t>• Integração tecnológica</a:t>
            </a:r>
          </a:p>
          <a:p>
            <a:r>
              <a:t>• Decisões mais rápidas e precisas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Gestão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BPM + metodologias ágeis</a:t>
            </a:r>
          </a:p>
          <a:p>
            <a:r>
              <a:t>• KPIs monitorados pelo ERP</a:t>
            </a:r>
          </a:p>
          <a:p>
            <a:r>
              <a:t>• Flexibilidade e foco em resultados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Cadeia de Valor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Valor agregado pela rapidez e informação</a:t>
            </a:r>
          </a:p>
          <a:p>
            <a:r>
              <a:t>• ERP e SCM reduzem tempo do pedido à entrega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 Organizacional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Colaborativa, porém pouco inovadora</a:t>
            </a:r>
          </a:p>
          <a:p>
            <a:r>
              <a:t>• Incentivo à cultura digital e autonomia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Sistemas Integrados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ERP: finanças, estoque e transporte</a:t>
            </a:r>
          </a:p>
          <a:p>
            <a:r>
              <a:t>• CRM: atendimento e pós-venda</a:t>
            </a:r>
          </a:p>
          <a:p>
            <a:r>
              <a:t>• SCM: rotas e cadeia logística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SWOT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Forças</a:t>
            </a:r>
            <a:r>
              <a:rPr dirty="0"/>
              <a:t>: </a:t>
            </a:r>
            <a:r>
              <a:rPr dirty="0" err="1"/>
              <a:t>serviço</a:t>
            </a:r>
            <a:r>
              <a:rPr dirty="0"/>
              <a:t> </a:t>
            </a:r>
            <a:r>
              <a:rPr dirty="0" err="1"/>
              <a:t>ágil</a:t>
            </a:r>
            <a:endParaRPr dirty="0"/>
          </a:p>
          <a:p>
            <a:r>
              <a:rPr dirty="0" err="1"/>
              <a:t>Fraquezas</a:t>
            </a:r>
            <a:r>
              <a:rPr dirty="0"/>
              <a:t>: </a:t>
            </a:r>
            <a:r>
              <a:rPr dirty="0" err="1"/>
              <a:t>baixa</a:t>
            </a:r>
            <a:r>
              <a:rPr dirty="0"/>
              <a:t> </a:t>
            </a:r>
            <a:r>
              <a:rPr dirty="0" err="1"/>
              <a:t>automação</a:t>
            </a:r>
            <a:endParaRPr dirty="0"/>
          </a:p>
          <a:p>
            <a:r>
              <a:rPr dirty="0" err="1"/>
              <a:t>Oportunidades</a:t>
            </a:r>
            <a:r>
              <a:rPr dirty="0"/>
              <a:t>: </a:t>
            </a:r>
            <a:r>
              <a:rPr dirty="0" err="1"/>
              <a:t>crescimento</a:t>
            </a:r>
            <a:r>
              <a:rPr dirty="0"/>
              <a:t> do e-commerce</a:t>
            </a:r>
          </a:p>
          <a:p>
            <a:r>
              <a:rPr dirty="0" err="1"/>
              <a:t>Ameaças</a:t>
            </a:r>
            <a:r>
              <a:rPr dirty="0"/>
              <a:t>: </a:t>
            </a:r>
            <a:r>
              <a:rPr dirty="0" err="1"/>
              <a:t>concorrência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Balanced Scorecard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Financeiro: -25% custos</a:t>
            </a:r>
          </a:p>
          <a:p>
            <a:r>
              <a:t>• Clientes: +30% satisfação</a:t>
            </a:r>
          </a:p>
          <a:p>
            <a:r>
              <a:t>• Processos: ERP e SCM até 2026</a:t>
            </a:r>
          </a:p>
          <a:p>
            <a:r>
              <a:t>• Aprendizado: 100% treinado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Gestão do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Mapeamento de conhecimento tácito e explícito</a:t>
            </a:r>
          </a:p>
          <a:p>
            <a:r>
              <a:t>• Base digital integrada ao ERP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 e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Problema: falha de comunicação</a:t>
            </a:r>
          </a:p>
          <a:p>
            <a:r>
              <a:t>• Solução: ERP + notificações automáticas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Transformação digital + integração de sistemas + visão sistêmica</a:t>
            </a:r>
          </a:p>
          <a:p>
            <a:r>
              <a:t>→ Eficiência e competitividade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</TotalTime>
  <Words>321</Words>
  <Application>Microsoft Office PowerPoint</Application>
  <PresentationFormat>Apresentação na tela (4:3)</PresentationFormat>
  <Paragraphs>63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Century Gothic</vt:lpstr>
      <vt:lpstr>Wingdings 3</vt:lpstr>
      <vt:lpstr>Íon</vt:lpstr>
      <vt:lpstr>Trabalho Final – Gestão de TI</vt:lpstr>
      <vt:lpstr>Sobre a Empresa</vt:lpstr>
      <vt:lpstr>Situação Atual</vt:lpstr>
      <vt:lpstr>Plano de Mudanças</vt:lpstr>
      <vt:lpstr>Resultados Esperados</vt:lpstr>
      <vt:lpstr>Visão da Organização</vt:lpstr>
      <vt:lpstr>Visão Sistêmica</vt:lpstr>
      <vt:lpstr>Modelo de Gestão</vt:lpstr>
      <vt:lpstr>Cadeia de Valor</vt:lpstr>
      <vt:lpstr>Cultura Organizacional</vt:lpstr>
      <vt:lpstr>Sistemas Integrados</vt:lpstr>
      <vt:lpstr>SWOT </vt:lpstr>
      <vt:lpstr>Balanced Scorecard</vt:lpstr>
      <vt:lpstr>Gestão do Conhecimento</vt:lpstr>
      <vt:lpstr>Problema e Solução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Final – Gestão de TI</dc:title>
  <dc:subject/>
  <dc:creator>Cauan Prado</dc:creator>
  <cp:keywords/>
  <dc:description>generated using python-pptx</dc:description>
  <cp:lastModifiedBy>Cauan Prado</cp:lastModifiedBy>
  <cp:revision>2</cp:revision>
  <dcterms:created xsi:type="dcterms:W3CDTF">2013-01-27T09:14:16Z</dcterms:created>
  <dcterms:modified xsi:type="dcterms:W3CDTF">2025-11-14T19:43:42Z</dcterms:modified>
  <cp:category/>
</cp:coreProperties>
</file>